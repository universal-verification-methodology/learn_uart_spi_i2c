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docs/MODULE8.md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each path to files under module/examples/.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module8/EXAMPLES.md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module8/examples/i2c_uvm/README.md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module8/examples/i2c_uvm/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8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I²C — UVM+SV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I²C UVM agent: I2cTransaction, I2cSequence,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I2cDriver, I2cMonitor, I2cScoreboard.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Interface: i2c_if (clk, rst_n, start, addr, data_in,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scl, sda, clk_div_tick, busy, done) connects U…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to hook up a UVM monitor and scoreboard to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bus-oriented DUT.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7 (I²C protocol + RTL + basic TB).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Verilator, Make, C++ compiler, UVM (UVM_HOME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vendored UVM).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Extend I²C verification to **UVM+SV** — I²C agent (transaction, sequence, driver, monitor, scoreboard); run on Verilator.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8 builds on Module 7 (I²C protocol + RTL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basic testbench):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detailed I²C learning guide: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I2C_LEARNING_GUIDE.md — what I²C is, how it works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(START/STOP…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protocols + UVM overview: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LEARNING_GUIDE_PROTOCOLS_AND_UVM.md — Part B § 5.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How UVM Maps 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I²C DUT (reused from Module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i2c_master + clk_div; i2c_if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 connection.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Wire sequence: START → address+W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→ data → STOP.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I2cTransaction holds `addr`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`data`; monitor fills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`observed_*`.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I2cMonitor reimplements baseline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bus sampling inside UVM.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I2cScoreboard checks address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data phases independently.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Course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UART (async), SPI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(SCLK+CS), I²C (shared bus)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same UVM skeleton, different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8: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/ testbench diagram (reference)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8: stimulus, observation, and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I2cTransaction &amp;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Module 4: I2C master UVM test (simplified, single write transaction).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Teaching example: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Simplified I2C master (no real open-drain or ACK handling).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UVM agent requests address+data writes and a monitor reconstructs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them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from SDA/SCL activity under a single START/STOP frame.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`include "uvm_macros.svh"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import uvm_pkg::*;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`timescale 1ns/1ps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---------------------------------------------------------------------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+ UVM_HOME compile RTL,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interface, and test_*.sv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phases: build → connect → run_test → report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(same pattern as Module 2)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→ driver → DUT → monitor → scoreboard (read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at end)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Typical command: make SIM=verilator TEST=test_*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module8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/ hooks connect monitor observations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directory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dut/: i2c_master.v, clk_div.v (same as Module 7)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test_i2c_uvm.sv: Interface, I2cTransaction,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I2cSequence, I2cDriver, I2cMonitor, I2cScoreboard,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I2cA…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Makefile — UVM I2C 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Makefile for Module 8 I2C UVM test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Usage: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make SIM=verilator TEST=test_i2c_uvm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SIM ?=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TEST ?= test_i2c_uvm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Prefer externally-set UVM_HOME, but fall back to vendored UVM.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From module8/examples/i2c_uvm, repo root is ../../..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UVM_HOME ?= \\$(shell echo \\$UVM_HOME)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UVM_HOME_FALLBACK := ../../../tools/uvm-2017/1800.2-2017-1.0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UVM_HOME_FALLBACK_ALT :=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../../../tools/learn_uvm2017_sv_verilator/tools/uvm-2017/1800.2-2017-1.0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ifeq (\\$(UVM_HOME),)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`module8/examples/i2c_uvm/dut/i2c_master.v` — reused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Module 7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`module8/examples/i2c_uvm/test_i2c_uvm.sv`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I2cMonitor + two-field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`docs/LEARNING_GUIDE_PROTOCOLS_AND_UVM.md` — § 8 I²C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Two-phase scoreboard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Separate checks for address+W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byte and data byte — catches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shifted or merged fields.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Reuse baseline monitor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7 inline monitor →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8 I2cMonitor for scalable tests.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ACK/NACK, reads, multi-master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[LEARNING_GUIDE § 8](LEARNING_GU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IDE_PROTOCOLS_AND_UVM.md#8-i2c-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uvm-…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I²C protocol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START/STOP on SCL high; MSB-first address and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SDA.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`make SIM=verilator TEST=test_i2c_uvm`;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`+UVM_TESTNAME=test_i2c_uvm`.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8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--help</a:t>
            </a:r>
          </a:p>
        </p:txBody>
      </p:sp>
      <p:pic>
        <p:nvPicPr>
          <p:cNvPr id="4" name="Picture 3" descr="module8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I²C UVM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I²C DUT from Module 7 with UVM agent and two-phase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(addr + data)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`I2cMonitor` reuses baseline bus-sampling ideas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reusable form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Course capstone: compare UART, SPI, and I²C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I²C UVM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module8/examples/i2c_uvm &amp;&amp; make SIM=verilator TEST=test_i2c_uvm</a:t>
            </a:r>
          </a:p>
        </p:txBody>
      </p:sp>
      <p:pic>
        <p:nvPicPr>
          <p:cNvPr id="4" name="Picture 3" descr="ex01_i2c_u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Two-phase scoreboard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`observed_addr` and `observed_data`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separately from one transaction.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Course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UVM skeleton as UART/SPI; only monitor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rules differ.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Merging address and data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One expected byte for the whole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Separate expected/observed for address+W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data phases.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Off-by-one bit in address can hide behind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correct data byte.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Skipping baseline Module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Jumping to UVM without understanding inline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bus monitor logic.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Run i2c_baseline first; then map monitor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I2cMonitor.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UVM monitor is the same idea in a reusable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the I²C UVM agent and how I2cMonitor maps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SCL/SDA behavior.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two-phase scoreboard checking (address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data).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`i2c_uvm` and interpret UVM / scoreboard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verification architecture across UART, SPI,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I²C modules in this course.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i2c_uvm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Change the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across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the I²C UVM agent and how it maps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I²C (addr+data, monitor on SCL/SDA).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i2c_uvm and interpret UVM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compare UVM structure across UART, SPI, and I²C.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Extend I²C verification to **UVM+SV** — I²C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(transaction, sequence, driver, monitor, scoreboa…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module8/CHECKLIST.md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module8/EXAMPLES.md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