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docs/MODULE1.md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module1/EXAMPLES.md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docs/MODULE1.md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docs/MODULE1.md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docs/MODULE1.md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module1/examples/spec_to_rtl/README.md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module1/examples/spec_to_rtl/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1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Design &amp; Verification Methodology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Spec-to-RTL flow: From SPEC.md (or equivalent)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synthesizable Verilog/SystemVerilog.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verify: The cost of bugs, and how directed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(and later UVM) reduce risk.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Minimal toolchain: Verilator + Make + C++ harness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RTL simulation (no UVM in this module).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Linux/macOS/WSL2 with a terminal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(5.x 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GNU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compiler (GCC or Clang)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specification → RTL design flow, design methodology, and why we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establishes the **design and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mindset** you will use for UART, SPI, and I²C in…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UNDERSTANDING_THE_SPEC.md — how to 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behavior, and timing in a spec.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SPEC_TO_RTL_GUIDE.md — mapping spec sections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 structure.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Skim Design Architecture and Verification sections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below, then run the spec_to_rtl example.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requirement in SPEC.md to a line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`dut/counter.v` and to a check in `sim_main.cpp`.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Artifact flow (spec_to_rtl)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SPEC.md → requirements in plain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language (interface, behavior,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timing).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dut/counter.v → synthesizable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 implementing the spec.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top.v → wrapper connecting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pins to the simulation harness.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 → clock, reset,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and result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outside RTL.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Counter DUT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8-bit up-counter: increments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`enable` is high; holds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disabled.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Reset: synchronous active-low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`rst_n` clears `count` to zero.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Ports: `clk`, `rst_n`, `enable`,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`count[7:0]` — map directly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spec interface table.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Simulation harness attachment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generates `clk` and drives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`rst_n` / `enable`; reads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`count` each cycle.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SystemVerilog testbench yet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you will add structured TB/UVM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Module 2.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counter.v — spec in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8-bit up-counter — RTL implementation per SPEC.md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Module 1: Spec → RTL methodology example.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counter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rst_n,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enable,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 [7:0] count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always @(posedge clk)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if (!rst_n)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count &lt;= 8'h00;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else if (enable)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count &lt;= count + 8'd1;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module1/examples/&lt;example&gt;/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Verilator build &amp;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1 spec_to_rtl example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Spec → RTL → basic simulation (no UVM).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run          Build and run (default)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run TRACE=1  Build with VCD tracing, then run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clean        Remove obj_dir and VCD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TRACE ?= 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TOPLEVEL ?= top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DUT_SRC = dut/*.v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RTL_SRC = top.v $(DUT_SRC)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HARNESS = sim_main.cpp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VERILATOR_FLAGS = -cc --exe -Wall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`module1/examples/spec_to_rtl/SPEC.md`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requirements document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`module1/examples/spec_to_rtl/dut/counter.v` —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`module1/examples/spec_to_rtl/top.v` — DUT wrapper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`module1/examples/spec_to_rtl/sim_main.cpp`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 and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What we verify in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behavior matches SPEC.md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(reset, enable gating, count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progression).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scenario: release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reset, enable for N cycles,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 `count == N`.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Stimulus and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Stimulus: C++ toggles `enable`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a known number of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cycles.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compare `count`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value; print PASS/FAIL.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Traceability: each check should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cite the spec sentence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proves.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What is not covered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stimulus, functional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coverage, scoreboards — Module 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(UVM) and protocol modules.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[UNDERSTANDING_THE_SPEC.md](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../module1/UNDERSTANDING_THE_SPE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C.md)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[SPEC_TO_RTL_GUIDE.md](..…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sim_main.cpp — directed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C++ test harness for spec_to_rtl (8-bit counter).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Drives clk, rst_n, enable and checks count behavior.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Module 1: basic directed test — no UVM.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#include &lt;cstdint&gt;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#include &lt;cstdlib&gt;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#include &lt;iostream&gt;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#include &lt;verilated.h&gt;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#include "Vtop.h"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#if VM_TRACE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include &lt;verilated_vcd_c.h&gt;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#endif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static constexpr int kClockHalfPeriod = 5;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Specification → RTL Design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Specification: Document interface (ports, widths,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direction), behavior (reset, enable, state transi…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RTL: Implement the spec in Verilog/SystemVerilog;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each requirement in the spec should map to clear…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Traceability: Being able to point from a line in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 to the RTL that implements it (and vice 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Design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block: One spec, one (or a few) RTL files,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one testbench.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Reuse: The same flow (spec → RTL → testbench) scales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protocol blocks (UART, SPI, I²C) in Modules…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Documentation: Keep SPEC.md (or similar) next to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 so that reviewers and verification can che…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Intro to Verification: What We Verify,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we verify: That the RTL matches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specification (correct function, reset, enable,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boundaries…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we verify: Finding bugs in RTL is far cheaper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than finding them in silicon or in system integra…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test: A simple test that drives specific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inputs (e.g., reset, then 10 enabled cycles) and…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Environment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Build and run spec_to_rtl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cd module1/examples/spec_to_rtl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script (from repo root)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./scripts/module1.sh --check # Environment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1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./scripts/module1.sh --help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Spec to RTL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SPEC.md and mapping each requirement to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`dut/counter.v`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a minimal top and C++ harness (clock,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reset, enable)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verification: enable for N cycles and 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`count == N`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Spec to RTL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module1/examples/spec_to_rtl &amp;&amp; make run</a:t>
            </a:r>
          </a:p>
        </p:txBody>
      </p:sp>
      <p:pic>
        <p:nvPicPr>
          <p:cNvPr id="4" name="Picture 3" descr="ex01_spec_to_r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Specification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Interface, behavior, and timing live in SPEC.md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Every check in the testbench should trace to a spec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sentence.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 line ↔ RTL line ↔ test expectation — practice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UART/SPI/I²C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before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Coding counters or FSMs without a written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Complete SPEC.md (or equivalent) first.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Reviewers and tests have no golden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Weak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Only printing values without comparing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results.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Explicit PASS/FAIL when `count !=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Simulation can run without verifying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correctness.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specification → RTL flow and why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written spec matters.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what we verify (RTL vs spec) and why (cost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 bugs, repeatability).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spec_to_rtl example (make run) and relate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SPEC.md, counter.v, and sim_main.cpp.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 ready for Module 2: basic testbench patterns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UVM+SV (agents, sequences, drivers, monitors, 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spec and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and extend the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spec → RTL flow and the role of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written specification.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what we verify (RTL vs spec) and why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is done.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the spec_to_rtl example and describe 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SPEC.md, counter.v, and sim_main.cpp do.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to move to Module 2 (basic TB, UVM+SV,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toolchain).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specification → RTL design flow,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design methodology, and why we verify.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module1/CHECKLIST.md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module1/EXAMPLES.md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Design &amp; Verification Methodology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