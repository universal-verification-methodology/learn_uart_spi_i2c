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docs/MODULE4.md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each path to files under module/examples/.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module4/EXAMPLES.md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module4/examples/uart_uvm/README.md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module4/examples/uart_uvm/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4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UART — UVM+SV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 UVM agent: Transaction (UartTxTransaction),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 (UartTxSequence), driver (UartTxDriver),…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Interface: uart_tx_if (clk, rst_n, start, data, tx,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baud_tick) connects UVM to DUT.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check: TX path (driver → DUT → monitor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scoreboard) and RX path (DUT rx_valid/rx_data → 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1 (spec → RTL), Module 2 (UVM+SV, uvm_smoke),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 3 (UART protocol + RTL + basic TB).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Verilator, Make, C++ compiler, UVM (UVM_HOME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vendored UVM).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Extend UART verification to **UVM+SV** — UART agent (transaction, sequence, driver, monitor, scoreboard); run on Verilator.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4 builds on Module 3 (UART protocol + RTL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basic testbench):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detailed UART learning guide: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UART_LEARNING_GUIDE.md — what UART is, how it works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(frame,…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the protocols + UVM overview: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LEARNING_GUIDE_PROTOCOLS_AND_UVM.md — Part B § 5.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How UVM Maps 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UART DUT (reused from Module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dut/: `uart_tx`, `uart_rx`,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`baud_gen` — identical RTL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`uart_baseline`.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in top: `rx = tx`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closed-loop checking.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reuse: Upgrade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(UVM) without touching proven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RTL.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testbench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uart_tx_if: virtual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driver/monitor.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UartTxTransaction / Sequence 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 / Monitor / Scoreboard 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 / Env / Test — same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pattern as…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reconstructs bytes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 serial `tx` line using UART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8N1 rules.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Dual check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TX path: sequence → driver →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→ monitor →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(`observed_tx`).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RX path: loopback into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`uart_rx`; `check_rx_byte()`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when `data_valid` asserts.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block diagram (reference)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4: DUT hierarchy and signal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/ testbench diagram (reference)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4: stimulus, observation, and checking.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UartTxDriver — bit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txn.data = 8'hFF;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start_item(txn);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finish_item(txn);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endtask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endclass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---------------------------------------------------------------------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--------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Driver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---------------------------------------------------------------------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--------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class UartTxDriver extends uvm_driver #(UartTxTransaction);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virtual uart_tx_if vif;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`uvm_component_utils(UartTxDriver)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function new(string name, uvm_component parent);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super.new(name, parent);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UartTxTransaction &amp;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/**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Module 4: UART TX/RX UVM test (Verilator)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UART agent: transaction, sequence, driver, monitor, scoreboard.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Loopback: TX output -&gt; RX input; scoreboard checks TX (monitor) and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RX (hook).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`include "uvm_macros.svh"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import uvm_pkg::*;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`timescale 1ns/1ps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---------------------------------------------------------------------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--------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Interface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---------------------------------------------------------------------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--------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Execution &amp;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the example runs (toolchain)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Makefile: Verilator + UVM_HOME compile RTL,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interface, and test_*.sv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phases: build → connect → run_test → report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(same pattern as Module 2)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→ driver → DUT → monitor → scoreboard (read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at end)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Typical command: make SIM=verilator TEST=test_*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module4 demo slide)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/ hooks connect monitor observations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directory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dut/: uart_tx.v, uart_rx.v, baud_gen.v (same as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 3)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test_uart_uvm.sv: Interface, UartTxTransaction,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UartTxSequence, UartTxDriver, UartTxMonitor, UartTx…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Makefile — UVM UART 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Makefile for Module 4 UART UVM test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Usage: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  make SIM=verilator TEST=test_uart_uvm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SIM ?= 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TEST ?= test_uart_uvm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Prefer externally-set UVM_HOME, but fall back to vendored UVM.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From module4/examples/uart_uvm, repo root is ../../..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UVM_HOME ?= $(shell echo $$UVM_HOME)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UVM_HOME_FALLBACK := ../../../tools/uvm-2017/1800.2-2017-1.0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UVM_HOME_FALLBACK_ALT :=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../../../tools/learn_uvm2017_sv_verilator/tools/uvm-2017/1800.2-2017-1.0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ifeq ($(UVM_HOME),)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`module4/examples/uart_uvm/dut/` — same UART RTL as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 3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`module4/examples/uart_uvm/test_uart_uvm.sv`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agent, env, loopback hooks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`docs/LEARNING_GUIDE_PROTOCOLS_AND_UVM.md` — § 6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UART UVM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Directed UART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sends 0x00, 0x01, 0x55,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0xAA, 0xFF — repeatable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regression before randomization.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Scoreboard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Expected queue loaded in test;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compare to monitor-reconstructed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TX and to RX hook data.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Fail fast on mismatch; read 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summary at end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What to add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baud, framing-error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injection, coverage on `busy` /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`data_valid`.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[LEARNING_GUIDE_PROTOCOLS_AN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D_UVM.md § 6](LEARNING_GUIDE_PRO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TOCOLS_AND_UVM.md#6-uart-uvm-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mappin…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Scoreboard — TX/RX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imp = new("imp", this);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endfunction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function void add_expected(UartTxTransaction txn);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expected_queue.push_back(txn);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endfunction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function void write(UartTxTransaction txn);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UartTxTransaction exp;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if (expected_queue.size() == 0) begin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`uvm_warning("SCOREBOARD", "No expected transaction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available")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    return;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end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  exp = expected_queue.pop_front();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UART protocol recap (8N1)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One byte = start (0) + 8 data (LSB first) + stop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(1); `baud_tick` times each bit.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Driver/monitor must follow the same rules as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RTL.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`-sv`, `--timing`, UVM includes; `make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SIM=verilator TEST=test_uart_uvm`; `+UVM_TESTNAME=…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4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./scripts/module4.sh --help</a:t>
            </a:r>
          </a:p>
        </p:txBody>
      </p:sp>
      <p:pic>
        <p:nvPicPr>
          <p:cNvPr id="4" name="Picture 3" descr="module4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UART UVM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UART DUT as Module 3 with a full UVM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(sequence, driver, monitor, scoreboard)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reconstructs bytes from the serial `tx` 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RX checking via `check_rx_byte` in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UART UVM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module4/examples/uart_uvm &amp;&amp; make SIM=verilator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TEST=test_uart_uvm</a:t>
            </a:r>
          </a:p>
        </p:txBody>
      </p:sp>
      <p:pic>
        <p:nvPicPr>
          <p:cNvPr id="4" name="Picture 3" descr="ex01_uart_u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Reuse DUT, upgrade TB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RTL unchanged from baseline; UVM replaces directed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`initial` stimulus.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Dual path 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TX monitor reconstructs serial bytes; RX hook checks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loopback `data_valid`.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Monitor baud mismatch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Sampling `tx` at system clock instead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`baud_tick` times.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One sample per `baud_tick` per UART rules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(as in UartTxMonitor).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Reconstructed byte will not match driven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Forgetting loopback RX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Scoreboard only compares TX monitor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Also call `check_rx_byte` when `data_valid`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asserts.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TX path can pass while RX is broken.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Describe the UART UVM agent (transaction, sequence,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driver, monitor, scoreboard).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Explain loopback (TX→RX) and how TX and RX are both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checked in the scoreboard.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the uart_uvm example and interpret UVM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5: SPI protocol + RTL +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uart_uvm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 one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Change the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Optional: Loopback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describe the UART UVM agent: transaction (one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byte), sequence, driver, monitor, scoreboard.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loopback and how TX and RX are both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uart_uvm and interpret UVM output (phases,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summary).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5: SPI protocol + RTL +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Extend UART verification to **UVM+SV** — UART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(transaction, sequence, driver, monitor, scoreb…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module4/CHECKLIST.md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module4/EXAMPLES.md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SPI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