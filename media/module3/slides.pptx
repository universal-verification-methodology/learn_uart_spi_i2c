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docs/MODULE3.md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module3/EXAMPLES.md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module3/examples/uart_baseline/README.md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module3/examples/uart_baseline/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UART — Protocol + RTL +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8N1: Start bit (0), 8 data bits (LSB first),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stop bit (1); idle high.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rate: Role of a baud generator (clock divider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baud_tick).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architecture: TX (parallel→serial, shift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baud_tick), RX (start detect, sample, data_valid),…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TB: Loopback, directed stimulus, and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UVM.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(spec → RTL) and Module 2 (basic TB → UVM,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toolchain).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compiler. No UVM required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uart_baseline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UART protocol (8N1, baud), translate it to RTL (TX, RX, baud gen), and verify with a **basic** (non-UVM) directed testbench.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3 is the first **protocol** module: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UART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UART_LEARNING_GUIDE.md — what UART is, what kind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to Use Ba…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Block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top_uart_baseline → `baud_gen`,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`uart_tx`, `uart_rx`;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sim_main.cpp drives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`clk`/`rst_n` 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Loopback: `assign rx = tx` —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wire connects transmitter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receiver.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RTL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baud_gen: `DIVIDER`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`baud_tick` every N clocks;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shared by TX and RX.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uart_tx: parallel-in / serial-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out; start + 8 data (LSB first)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+ stop; `busy` during frame.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uart_rx: start detect, sample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 `baud_tick`, `data_valid`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optional `framing_error`.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Timing and clocking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`clk` domain; async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`rst_n`; all bit times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referenced to `baud_tick`.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uart_tx — 8N1 frame FSM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UART transmitter (8N1, no parity) for teaching.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This version uses an external baud_tick enable (from baud_gen)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so that each bit lasts many clk cycles in real time, while the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internal state machine still advances once per baud_tick.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uart_tx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rst_n,      // Active-low async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baud_tick,  // One-cycle pulse at baud rate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start,      // Pulse high for one cycle to start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transmit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[7:0] data_in,    // Byte to transmit, LSB first on the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line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      tx,         // UART TX line (idle high)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      busy        // High while frame is in progress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uart_rx — start detect &amp;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UART receiver (8N1, no parity) for teaching.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This version uses an external baud_tick enable (from baud_gen)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so that each bit lasts many clk cycles in real time, while the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RX state machine advances once per baud_tick.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Protocol: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Idle line is high.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Start bit is a single low bit.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- 8 data bits follow, LSB first, one per clock.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  - Stop bit is a single high bit.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This RX block watches the serial line for a start bit, then samples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one bit per clock to reconstruct the byte. When a full frame has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been received, it pulses `data_valid` for one cycle with `data_out`.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baud_gen — divider → baud_tick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Simple baud-rate generator for teaching.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Divides the input clock down to a 1-cycle-wide baud_tick pulse.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Example: For a 50 MHz system clock and 115200 baud target,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DIVIDER ≈ 50_000_000 / 115200 ≈ 434.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baud_gen #(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int DIVIDER = 434  // Default divider, can be overridden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rst_n,      // Active-low async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baud_tick   // One-cycle pulse at baud rate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 count;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module3/examples/&lt;example&gt;/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uart_tx.v, uart_rx.v, baud_gen.v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top_uart_baseline.sv: Loopback (rx=tx), baud_gen,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uart_tx, uart_rx; directed test in initial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Clock, reset; run until $finish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wait(rst_n)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pulse start/data_in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wait(!busy)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wait(data_valid)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data_out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$finish.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uart_baseline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3 UART baseline (basic testbench, no 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run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TOPLEVEL ?= top_uart_baseline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DUT_SRC = dut/*.v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RTL_SRC = top_uart_baseline.sv $(DUT_SRC)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HARNESS = sim_main.cpp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VERILATOR_FLAGS = -sv --timing -Wall -Wno-fatal -Wno-TIMESCALEMOD -Wno-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WIDTHTRUNC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.PHONY: run compile clean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`module3/examples/uart_baseline/dut/baud_gen.v`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divider → `baud_tick`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`module3/examples/uart_baseline/dut/uart_tx.v` — 8N1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transmit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`module3/examples/uart_baseline/dut/uart_rx.v`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receive and `data_valid`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`module3/examples/uart_baseline/top_uart_baseline.sv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 — loopback + directed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`docs/UART_LEARNING_GUIDE.md` — protocol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Prove RTL implements UART 8N1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UVM (Module 4).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Happy-path loopback: bytes sent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TX appear correctly on RX.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Baseline directed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`initial` block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`start`, `data_in` (0x55, 0xAA).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`wait(data_valid)`;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compare `data_out`; `$error`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`$display`.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UVM: pin wiggling only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fastest way to learn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on real RTL.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Coverage gaps (defer to Module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baud, framing errors,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`busy` back-to-back, functional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 checks to [UART_LEARNING_GUI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DE.md](UART_LEARNING_GUIDE.md)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 bullets.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Loopback directed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Basic directed test: wait for reset release, send bytes, check RX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initial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start  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data_in = 8'h00;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wait (rst_n === 1'b1);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repeat (10)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 Send 0x55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start   = 1'b1;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data_in = 8'h55;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@(posedge clk);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start  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wait (busy === 1'b0);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wait (data_valid === 1'b1);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Protocol &amp; design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UART quick reference (8N1)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Framing: `idle=1` → `start=0` → 8 data bits (LSB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first) → `stop=1`.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math: `DIVIDER = round(clk_hz / baud)`.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Example: 50 MHz clock, 115200 baud → divider ≈ 434.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Sampling: Basic design samples once per bit at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`baud_tick`. Production UARTs often oversample (…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state: Line idles high, TX not busy, RX clears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internal shift register, `data_valid` 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UART quick reference (8N1)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Errors: `framing_error` when stop bit is not high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sample; optional `parity_error` if pa…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TX design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`baud_tick`, `start`,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`data_in[7:0]`.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`tx`, `busy`.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On `start`, latch `data_in`, drive start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bit low, then shift out bits [0:7] each `baud_ti…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Edge cases: Ignore `start` while `busy` (or queue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a FIFO if you extend the design).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RX design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`baud_tick`, `rx`.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`data_out[7:0]`, `data_valid` (pulse),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`framing_error`.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Detect falling edge for start; wait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`baud_tick` to sample mid-start; sample 8 bits on…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Robustness options: Add metastability sync on `rx`;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 oversampling + majority vote; add `rx_ready…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Baud generator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`divisor` (constant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 in the baseline).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`baud_tick` high for one cycle every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`divisor` clocks.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synthesis, keep the counter simple (`divisor-1`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down-counter or up-counter compare). For sim, 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Protocol extensions (not in baseline example)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bits: 5–9 data bits are common.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Parity: Even/odd/mark/space; adds a parity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stop.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 bits: 1 or 2 stop bits.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Flow control: RTS/CTS hardware pins (outside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 line) to throttle traffic.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Protocol extensions (not in baseline example)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baseline RTL assumes 8N1 with no parity and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flow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flow (reference)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Stimulus, DUT response, and check points for this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Signals: Serial line (tx/rx), idle high;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clock; baud_tick (one pulse per bit time).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Frame: 1 start bit (0), 8 data bits (LSB first), 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stop bit (1).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One bit per baud_tick; baud_tick derived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system clock via a divider (e.g. DIVIDER = cl…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Framing: `idle=1` → `start=0` → 8 data bits (LSB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first) → `stop=1`.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math: `DIVIDER = round(clk_hz / baud)`.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Example: 50 MHz clock, 115200 baud → divider ≈ 434.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Sampling: Basic design samples once per bit at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`baud_tick`. Production UARTs often oversample (…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state: Line idles high, TX not busy, RX clears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internal shift register, `data_valid` low.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Errors: `framing_error` when stop bit is not high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sample; optional `parity_error` if pa…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`baud_tick`, `start`,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`data_in[7:0]`.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`tx`, `busy`.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On `start`, latch `data_in`, drive start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bit low, then shift out bits [0:7] each `baud_ti…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Edge cases: Ignore `start` while `busy` (or queue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a FIFO if you extend the design).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`baud_tick`, `rx`.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`data_out[7:0]`, `data_valid` (pulse),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`framing_error`.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Detect falling edge for start; wait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`baud_tick` to sample mid-start; sample 8 bits on…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Robustness options: Add metastability sync on `rx`;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 oversampling + majority vote; add `rx_ready…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`divisor` (constant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 in the baseline).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`baud_tick` high for one cycle every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`divisor` clocks.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synthesis, keep the counter simple (`divisor-1`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down-counter or up-counter compare). For sim, y…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bits: 5–9 data bits are common.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Parity: Even/odd/mark/space; adds a parity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stop.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 bits: 1 or 2 stop bits.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Flow control: RTS/CTS hardware pins (outside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 line) to throttle traffic.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baseline RTL assumes 8N1 with no parity and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flow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Hands-on testbench (uart_baseline)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Loopback: Connect TX output to RX input; send bytes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TX, check they appear on RX.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test: Reset release, send 0x55 and 0xAA,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wait for `data_valid`, check `data_out`. Implemen…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flow: `wait(rst_n)` → pulse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`start`/`data_in` → `wait(!busy)`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`wait(data_valid)` → com…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--help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UART baseline loopback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8N1 TX/RX RTL with shared `baud_gen`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wiring (`rx = tx`) and directed bytes 0x55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/ 0xAA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Baseline self-check without UVM (wait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`data_valid`, compare `data_out`)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UART baseline loopback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module3/examples/uart_baseline &amp;&amp; make run</a:t>
            </a:r>
          </a:p>
        </p:txBody>
      </p:sp>
      <p:pic>
        <p:nvPicPr>
          <p:cNvPr id="4" name="Picture 3" descr="ex01_uart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Asynchronous serial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dedicated clock wire; TX and RX must share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same bit time (`baud_tick`).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(`rx = tx`) proves TX serialization and RX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deserialization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8N1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Idle high → start (0) → 8 data bits LSB first → stop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(1).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`busy` on TX; `data_valid` pulse on RX when a byte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is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Mismatched baud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Different dividers on TX and RX in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loopback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One `baud_gen` drives both (as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uart_baseline).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RX samples at the wrong bit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Only checking `busy`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Assuming success when TX finishes.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Wait for `data_valid` and compare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`data_out` to the sent byte.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`busy` does not prove the loopback byte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correct.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UART 8N1 frame and baud timing.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the role of uart_tx, uart_rx, and baud_gen.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uart_baseline example and interpret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loopback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4: UART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uart_baseline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byte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and divider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UART 8N1 (start bit, 8 data LSB first,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stop bit) and the role of baud_tick.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role of uart_tx, uart_rx,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baud_gen in the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uart_baseline and interpret the loopback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result.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4: UART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UART protocol (8N1, baud), translate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 to RTL (TX, RX, baud gen), and verify with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module3/EXAMPLES.md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UART UVM+SV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