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docs/MODULE5.md — read guides before running demos.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— execution and artifact layout.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Match each path to files under module/examples/.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Trace while running module5/EXAMPLES.md labs.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from course repository root.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module5/examples/spi_baseline/README.md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module5/examples/spi_baseline/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Key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Key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Common Pitfalls.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Common Pitfalls.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  <a:defRPr sz="4000" b="1">
                <a:solidFill>
                  <a:srgbClr val="1A1A2E"/>
                </a:solidFill>
                <a:latin typeface="Calibri"/>
              </a:defRPr>
            </a:pPr>
            <a:r>
              <a:t>Module 5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  <a:defRPr sz="2600" b="0">
                <a:solidFill>
                  <a:srgbClr val="333333"/>
                </a:solidFill>
                <a:latin typeface="Calibri"/>
              </a:defRPr>
            </a:pPr>
            <a:r>
              <a:t>SPI — Protocol + RTL + Basic Testbench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SPI mode 0: SCLK idle low; capture on rising edge;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change on falling edge; CS_N active low for fram…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RTL block architecture: `clk_div` + `spi_master`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hierarchy, FSM, and Mode 0 timing on the wire.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Baseline verification: Directed stimulus,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`done`-based checks, and optional waveform review (8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SCLK…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Path to Module 6: Same DUT, UVM agent with bus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monitor on SCLK/MOSI/CS_N.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Modules 1–4 (spec→RTL, UVM, UART baseline, UART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UVM).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Verilator, Make, C++ compiler. No UVM required for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spi_baseline.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path</a:t>
            </a:r>
          </a:p>
        </p:txBody>
      </p:sp>
      <p:pic>
        <p:nvPicPr>
          <p:cNvPr id="3" name="Picture 2" descr="learning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Understand the SPI protocol (mode 0, signals), translate it to RTL (SPI master, clk_div), and verify with a **basic** (non-UVM) directed te…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Module 5 is the second **protocol** module (after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UART):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How to learn this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Suggested learning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Read the detailed SPI learning guide: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SPI_LEARNING_GUIDE.md — what SPI is, what kind of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protocol (s…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Read the protocols + UVM overview: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LEARNING_GUIDE_PROTOCOLS_AND_UVM.md — Part B § 4.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When to Use Ba…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Design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Block hierarchy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top_spi_baseline → `clk_div` +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`spi_master`; C++ supplies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`clk`/`rst_n`.</a:t>
            </a:r>
          </a:p>
        </p:txBody>
      </p:sp>
      <p:pic>
        <p:nvPicPr>
          <p:cNvPr id="4" name="Picture 3" descr="rt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SPI master RTL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clk_div: `clk_div_tick` every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`DIVIDER` clocks.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spi_master: Mode 0; `cs_n`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frames; MSB-first on `mosi`;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`done` when complete.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Outputs: `sclk` (idle low),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`mosi`, `cs_n` — no `miso` 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baseline.</a:t>
            </a:r>
          </a:p>
        </p:txBody>
      </p:sp>
      <p:pic>
        <p:nvPicPr>
          <p:cNvPr id="4" name="Picture 3" descr="verificatio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Mode 0 timing on the wire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Capture on rising SCLK; change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MOSI on falling SCLK; 8 edges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per byte.</a:t>
            </a:r>
          </a:p>
        </p:txBody>
      </p:sp>
      <p:pic>
        <p:nvPicPr>
          <p:cNvPr id="4" name="Picture 3" descr="testin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RTL block diagram (reference)</a:t>
            </a:r>
          </a:p>
        </p:txBody>
      </p:sp>
      <p:pic>
        <p:nvPicPr>
          <p:cNvPr id="3" name="Picture 2" descr="rt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Module 5: DUT hierarchy and signal 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Verification / testbench diagram (reference)</a:t>
            </a:r>
          </a:p>
        </p:txBody>
      </p:sp>
      <p:pic>
        <p:nvPicPr>
          <p:cNvPr id="3" name="Picture 2" descr="verificatio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Module 5: stimulus, observation, and checking.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spi_master — Mode 0 shift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// Simple SPI master (mode 0, single slave, 8-bit transfers).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// This is a teaching example: it assumes a clean clk_div_tick input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that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// controls SCLK edges and bit timing.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//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// Mode 0 (CPOL=0, CPHA=0):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//   - SCLK idles low.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//   - Data is captured on the rising edge of SCLK.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//   - Data is changed on the falling edge of SCLK.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`timescale 1ns/1ps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module spi_master (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input  wire       clk,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input  wire       rst_n,       // Active-low async reset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input  wire       clk_div_tick,// Divider pulse controlling SCLK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toggling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input  wire       start,       // Pulse high for one cycle to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clk_div — SPI clock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// Simple clock divider for SPI SCLK timing.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// Generates a 1-cycle-wide clk_div_tick pulse every DIVIDER cycles of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clk.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`timescale 1ns/1ps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module clk_div #(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parameter int DIVIDER = 8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) (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input  wire clk,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input  wire rst_n,       // Active-low async reset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output reg  clk_div_tick // One-cycle pulse at divided rate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int count;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always @(posedge clk or negedge rst_n) begin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if (!rst_n) begin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Execution &amp; simulation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How the example runs (toolchain)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Makefile: Verilator compiles RTL + SystemVerilog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testbench into a C++ model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sim_main.cpp: generates clk/rst_n, calls eval()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until $finish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Directed test (initial block or C++): drive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stimulus, wait for DUT flags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Self-check: compare outputs; print PASS/FAIL (see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terminal demo slide)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Repo path: module5/examples/&lt;example&gt;/ — run make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run from that directory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Example directory layout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dut/: spi_master.v, clk_div.v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top_spi_baseline.sv: clk_div, spi_master; directed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 in initial block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sim_main.cpp: Clock, reset; run until $finish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Makefile — spi_baseline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Makefile for Module 5 SPI baseline (basic testbench, no UVM)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Usage: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  make run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VERILATOR ?= verilator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TOPLEVEL ?= top_spi_baseline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DUT_SRC = dut/*.v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RTL_SRC = top_spi_baseline.sv $(DUT_SRC)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HARNESS = sim_main.cpp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VERILATOR_FLAGS = -sv --timing -Wall -Wno-fatal -Wno-TIMESCALEMOD -Wno-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WIDTHTRUNC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.PHONY: run compile clean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Key files to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Open these in the repo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`module5/examples/spi_baseline/dut/spi_master.v` —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Mode 0 master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`module5/examples/spi_baseline/dut/clk_div.v` —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`clk_div_tick`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`module5/examples/spi_baseline/top_spi_baseline.sv`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— directed test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`docs/SPI_LEARNING_GUIDE.md` — protocol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Verification &amp; testing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Baseline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Confirm Mode 0 serialization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before SPI UVM (Module 6).</a:t>
            </a:r>
          </a:p>
        </p:txBody>
      </p:sp>
      <p:pic>
        <p:nvPicPr>
          <p:cNvPr id="4" name="Picture 3" descr="testin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Directed test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Pulse `start` + `data_in` (0x55,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0xAA); `wait(done)`; read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`[PASS]` messages.</a:t>
            </a:r>
          </a:p>
        </p:txBody>
      </p:sp>
      <p:pic>
        <p:nvPicPr>
          <p:cNvPr id="4" name="Picture 3" descr="testin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Waveform learning (optional)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Count 8 SCLK cycles per frame;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verify MSB-first bit order 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MOSI.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Defer MISO, multi-slave CS,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random data to Module 6.</a:t>
            </a:r>
          </a:p>
        </p:txBody>
      </p:sp>
      <p:pic>
        <p:nvPicPr>
          <p:cNvPr id="4" name="Picture 3" descr="testin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Directed SPI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start   = 1'b0;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data_in = 8'h00;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wait (rst_n === 1'b1);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repeat (10) @(posedge clk);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// Send 0x55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@(posedge clk);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start   = 1'b1;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data_in = 8'h55;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@(posedge clk);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start   = 1'b0;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wait (done === 1'b1);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$display("[PASS] SPI baseline: 0x55 transfer done");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repeat (20) @(posedge clk);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Syllabus topics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SPI Protocol (Mode 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Signals: sclk (serial clock), mosi (master out,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slave in), cs_n (active-low chip select). Optional:…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Mode 0 (CPOL=0, CPHA=0): SCLK idles low; data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captured on rising edge; data changed on falling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edge.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Timing: One bit per clk_div_tick; clk_div_tick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derived from system clock via divider (e.g.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DIVIDER=…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Hands-on testbench (spi_baseline)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Directed test in `top_spi_baseline.sv`: `start`,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`data_in`, `wait(done)`.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Pass: `[PASS]` lines and `SPI baseline test PASS`.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Hands-on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Module 5 self-check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./scripts/module5.sh --help</a:t>
            </a:r>
          </a:p>
        </p:txBody>
      </p:sp>
      <p:pic>
        <p:nvPicPr>
          <p:cNvPr id="4" name="Picture 3" descr="module5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Example 1: SPI baseline master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SPI Mode 0 master RTL (`spi_master` + `clk_div`)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Directed writes 0x55 and 0xAA with `start` /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`wait(done)`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Observing SCLK, MOSI, and CS_N timing in simulation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(optional VCD)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SPI baseline master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module5/examples/spi_baseline &amp;&amp; make run</a:t>
            </a:r>
          </a:p>
        </p:txBody>
      </p:sp>
      <p:pic>
        <p:nvPicPr>
          <p:cNvPr id="4" name="Picture 3" descr="ex01_spi_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Key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Synchronous serial (SPI)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`sclk` defines bit times; unlike UART there is an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explicit clock line.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Mode 0: idle low, sample MOSI on rising edge, change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on falling edge.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Chip select frames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`cs_n` low defines one transfer; typically 8 SCLK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cycles per byte.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Common 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Wrong SPI mode in head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Mistake: Sampling on falling edge when using Mode 0.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Correct: Rising edge capture, falling edge change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for CPOL=0, CPHA=0.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Why: Bits will be shifted and MSB/LSB order will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look wrong.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Trusting `done` only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Mistake: No waveform or bus check on MOSI/SCLK.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Correct: Optional VCD review or Module 6 monitor-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based check.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Why: `done` only means the FSM finished, not that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bits were correct.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Practice &amp;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Describe SPI mode 0 and the role of sclk, mosi,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cs_n, clk_div_tick.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Explain the role of spi_master and clk_div.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 the spi_baseline example and interpret the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directed test.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Ready for Module 6: SPI UVM+SV verification.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 spi_baseline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Trace one transfer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Mode 0 timing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Optional: Waveforms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Assessment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describe SPI mode 0 (idle low, capture 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rising, change on falling) and signals sclk, mosi,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cs…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explain the role of spi_master and clk_div 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the RTL.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run spi_baseline and interpret the directed test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result.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Ready for Module 6: SPI UVM+SV verification.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Understand the SPI protocol (mode 0, signals),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translate it to RTL (SPI master, clk_div),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verif…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Complete module5/CHECKLIST.md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Review module5/EXAMPLES.md and run each lab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Next: SPI UVM+SV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