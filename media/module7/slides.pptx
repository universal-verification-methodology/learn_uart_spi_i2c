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docs/MODULE7.md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— execution and artifact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each path to files under module/examples/.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while running module7/EXAMPLES.md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module7/examples/i2c_baseline/README.md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module7/examples/i2c_baseline/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7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I²C — Protocol + RTL + Basic Testbench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RTL block architecture: `clk_div` + `i2c_master` FSM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(START → addr → data → STOP).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Baseline verification: Directed writes plus inline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bus monitor (sample SDA on rising SCL).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vs simplification: Real open-drain/ACK vs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this repo’s push-pull teaching model.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Path to Module 8: Same DUT with 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monitor/scoreboard on address and data phases.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Modules 1–6.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Verilator, Make, C++ compiler. No UVM required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this baseline.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Understand the I²C protocol (start/stop, addressing, ACK/NACK), translate it to RTL (simple master + timing), and verify with a **basic** (…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7 is the I²C **protocol + RTL + basic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testbench** module (UVM comes in Module 8).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the detailed I²C learning guide: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I2C_LEARNING_GUIDE.md — what I²C is, what kind of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 (s…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the protocols + UVM overview: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LEARNING_GUIDE_PROTOCOLS_AND_UVM.md — Part B § 4.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When to Use Ba…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Block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top_i2c_baseline → `clk_div`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`i2c_master`; C++ drives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`clk`/`rst_n`.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I²C master FSM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States: IDLE → START → ADDR_BITS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→ DATA_BITS → STOP.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One teaching write: 7-bit `addr`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+ data byte on `scl`/`sda`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(push-pull model).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Teaching vs real I²C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open-drain, ACK/NACK,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arbitration in baseline — learn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sequencing first.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block diagram (reference)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7: DUT hierarchy and signal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/ testbench diagram (reference)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7: stimulus, observation, and checking.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i2c_master FSM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Simple I2C master (baseline write-only, single target).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Teaching example: we treat SCL/SDA as simple push-pull signals, not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full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open-drain with multi-master arbitration. Focus is on bit timing and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start/address/data/stop sequencing.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One transaction: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  - START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  - 7-bit address + write bit (0)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  - 8-bit data byte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  - STOP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`timescale 1ns/1ps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module i2c_master (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      clk,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      rst_n,        // Active-low async reset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clk_div — SCL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Simple clock divider for I2C SCL timing (teaching example).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Generates a 1-cycle-wide clk_div_tick pulse every DIVIDER cycles of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clk.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`timescale 1ns/1ps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module clk_div #(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parameter int DIVIDER = 8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) (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clk,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rst_n,       // Active-low async reset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output reg  clk_div_tick // One-cycle pulse at divided rate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int count;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always @(posedge clk or negedge rst_n) begin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if (!rst_n) begin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Execution &amp; simulation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How the example runs (toolchain)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Makefile: Verilator compiles RTL + SystemVerilog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into a C++ model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sim_main.cpp: generates clk/rst_n, calls eval()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until $finish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test (initial block or C++): drive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stimulus, wait for DUT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Self-check: compare outputs; print PASS/FAIL (see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terminal demo slide)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Repo path: module7/examples/&lt;example&gt;/ — run make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 from that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directory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dut/: i2c_master.v, clk_div.v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top_i2c_baseline.sv: Instantiates DUT + directed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 + monitor/self-check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sim_main.cpp: Clock/reset harness; simulation runs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until $finish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Makefile — i2c_baseline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Makefile for Module 7 I2C baseline (basic testbench, no UVM)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Usage: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  make run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VERILATOR ?= verilator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TOPLEVEL ?= top_i2c_baseline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DUT_SRC = dut/*.v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RTL_SRC = top_i2c_baseline.sv $(DUT_SRC)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HARNESS = sim_main.cpp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VERILATOR_FLAGS = -sv --timing -Wall -Wno-fatal -Wno-TIMESCALEMOD -Wno-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WIDTHTRUNC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.PHONY: run compile clean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files to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Open these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`module7/examples/i2c_baseline/dut/i2c_master.v`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START/addr/data/STOP FSM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`module7/examples/i2c_baseline/top_i2c_baseline.sv`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— stimulus + inline bus monitor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`docs/I2C_LEARNING_GUIDE.md` — protocol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Inline bus 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 module detects START;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samples SDA on rising SCL;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rebuilds addr+W and data.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Self-check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Compare captured bytes to driven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`addr`/`data_in`; print `I2C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baseline test PASS`.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Path to Module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Move monitor into I2cMonitor;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splits address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data phases.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Directed I2C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.data_in     (data_in),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.scl         (scl),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.sda         (sda),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.busy        (busy),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.done        (done)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Monitor: detect START, then sample 8 address bits and 8 data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bits.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initial begin : i2c_monitor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int i;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captured_addr_w = 8'h00;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captured_data   = 8'h00;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wait (rst_n === 1'b1);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// START: SDA falls while SCL high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I²C Protocol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Bus idle: SCL=1, SDA=1.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START: SDA goes 1→0 while SCL is 1.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STOP: SDA goes 0→1 while SCL is 1.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Address phase: 7-bit address + R/W bit (0=write,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1=read) sent MSB first.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Data phase: 8-bit data bytes sent MSB first.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ACK/NACK (concept): receiver pulls SDA low for ACK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 the 9th clock; high means NACK.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Hands-on testbench (i2c_baseline)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Stimulus: `start`, `addr`, `data_in`, `wait(done)`.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Monitor/self-check: reconstruct address+W and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from SCL/SDA; compare to expected.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7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./scripts/module7.sh --help</a:t>
            </a:r>
          </a:p>
        </p:txBody>
      </p:sp>
      <p:pic>
        <p:nvPicPr>
          <p:cNvPr id="4" name="Picture 3" descr="module7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1: I²C baseline master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I²C master FSM: START → address+W → data → STOP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Inline bus monitor sampling SDA on rising SCL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Comparing reconstructed address and data bytes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stimulus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I²C baseline master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module7/examples/i2c_baseline &amp;&amp; make run</a:t>
            </a:r>
          </a:p>
        </p:txBody>
      </p:sp>
      <p:pic>
        <p:nvPicPr>
          <p:cNvPr id="4" name="Picture 3" descr="ex01_i2c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Two-wire 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SCL + SDA; START/STOP when SCL is high; data changed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when SCL is low (simplified model).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Address + data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8 bits address+R/W (MSB first), then 8 bits data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monitor both separately.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Ignoring START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Sampling bits before a valid START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condition.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Detect SDA 1→0 while SCL high, then sample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 rising SCL.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Reconstructed bytes align to wrong frame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boundary.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Expecting full-spec 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Assuming teaching RTL models open-drain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ACK/NACK.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Treat baseline as sequencing practice; ACK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comes in extensions.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Our push-pull teaching DUT simplifies the bus.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i2c_baseline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 one transfer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Bus monitor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Optional: Waveforms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describe I²C START, STOP, address+R/W, and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phase (and ACK/NACK concept).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explain the role of i2c_master and clk_div; know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the baseline uses push-pull (simplified).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run i2c_baseline and interpret the test result.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Ready for Module 8: I²C UVM+SV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the I²C protocol (start/stop, addressing,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ACK/NACK), translate it to RTL (simple master…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module7/CHECKLIST.md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module7/EXAMPLES.md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I²C UVM+SV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