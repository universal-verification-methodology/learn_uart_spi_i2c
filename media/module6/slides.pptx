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docs/MODULE6.md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each path to files under module/examples/.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module6/EXAMPLES.md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module6/examples/spi_uvm/README.md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module6/examples/spi_uvm/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6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SPI — UVM+SV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UVM agent: Transaction (SpiTransaction),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(SpiSequence), driver (SpiDriver),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Interface: spi_master_if (clk, rst_n, clk_div_tick,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start, data_in, sclk, mosi, cs_n, busy, done) c…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Mode 0 monitoring: SCLK idle low; capture on rising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edge; monitor samples MOSI on each rising SCLK,…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1 (spec → RTL), Module 2 (UVM+SV, uvm_smoke),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5 (SPI protocol + RTL + basic TB).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Verilator, Make, C++ compiler, UVM (UVM_HOME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vendored UVM).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Extend SPI verification to **UVM+SV** — SPI agent (transaction, sequence, driver, monitor, scoreboard); run on Verilator.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6 builds on Module 5 (SPI protocol + RTL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basic testbench):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detailed SPI learning guide: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SPI_LEARNING_GUIDE.md — what SPI is, how it works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(signals, M…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protocols + UVM overview: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LEARNING_GUIDE_PROTOCOLS_AND_UVM.md — Part B § 5.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How UVM Maps 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SPI DUT (reused from Module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spi_master + clk_div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`module6/examples/spi_uvm/dut/`.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spi_master_if connects UVM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DUT pins.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agent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SpiTransaction = one byte;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SpiSequence = directed list;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SpiDriver waits on `done`.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SpiMonitor samples MOSI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rising SCLK while `cs_n` is 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(Mode 0, MSB first).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SpiScoreboard compares expected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vs `observed_mosi`.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Bus vs DUT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validates wire behavior;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`done` alone is not sufficient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sign-off.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6: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/ testbench diagram (reference)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6: stimulus, observation, and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SpiTransaction &amp;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Module 6: SPI master UVM test (Verilator)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SPI agent: transaction, sequence, driver, monitor, scoreboard.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Driver sends bytes via start/data_in; monitor samples MOSI on SCLK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(mode 0);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scoreboard checks expected vs observed.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`include "uvm_macros.svh"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import uvm_pkg::*;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`timescale 1ns/1ps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---------------------------------------------------------------------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Interface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---------------------------------------------------------------------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+ UVM_HOME compile RTL,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interface, and test_*.sv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phases: build → connect → run_test → report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(same pattern as Module 2)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→ driver → DUT → monitor → scoreboard (read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at end)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Typical command: make SIM=verilator TEST=test_*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module6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/ hooks connect monitor observations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directory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dut/: spi_master.v, clk_div.v (same as Module 5)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test_spi_uvm.sv: Interface, SpiTransaction,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SpiSequence, SpiDriver, SpiMonitor, SpiScoreboard,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Makefile — UVM SPI 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Makefile for Module 6 SPI UVM test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Usage: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make SIM=verilator TEST=test_spi_uvm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SIM ?=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TEST ?= test_spi_uvm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Prefer externally-set UVM_HOME, but fall back to vendored UVM.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From module6/examples/spi_uvm, repo root is ../../..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UVM_HOME ?= $(shell echo $$UVM_HOME)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UVM_HOME_FALLBACK := ../../../tools/uvm-2017/1800.2-2017-1.0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UVM_HOME_FALLBACK_ALT :=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../../../tools/learn_uvm2017_sv_verilator/tools/uvm-2017/1800.2-2017-1.0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ifeq ($(UVM_HOME),)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`module6/examples/spi_uvm/dut/spi_master.v` — reused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Module 5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`module6/examples/spi_uvm/test_spi_uvm.sv`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SpiMonitor samples MOSI on SCLK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`docs/LEARNING_GUIDE_PROTOCOLS_AND_UVM.md` — § 7 SPI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Mode 0 in the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must use rising-edge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capture and falling-edge change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matches CPOL/CPHA=0.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Directed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byte pattern as UART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(0x00 … 0xFF) for apples-to-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apples learning.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MISO reads, random data, mode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parameters — see [LEARNING_GUIDE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§ 7](LEARNING_GUIDE_PROTOCOLS_AN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D_UV…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SPI protocol recap (Mode 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`cs_n` frames; 8 SCLK cycles per byte; MSB first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MOSI.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`make SIM=verilator TEST=test_spi_uvm`;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`+UVM_TESTNAME=SpiTest`.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6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./scripts/module6.sh --help</a:t>
            </a:r>
          </a:p>
        </p:txBody>
      </p:sp>
      <p:pic>
        <p:nvPicPr>
          <p:cNvPr id="4" name="Picture 3" descr="module6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SPI UVM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DUT from Module 5 with UVM driver, monitor,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samples MOSI on rising SCLK (Mode 0, MSB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first)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Bus-centric checking vs relying only on the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`done`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SPI UVM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module6/examples/spi_uvm &amp;&amp; make SIM=verilator TEST=test_spi_uvm</a:t>
            </a:r>
          </a:p>
        </p:txBody>
      </p:sp>
      <p:pic>
        <p:nvPicPr>
          <p:cNvPr id="4" name="Picture 3" descr="ex01_spi_u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Bus-centric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rebuilds the byte from SCLK/MOSI/CS_N, not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only the DUT status flag.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Mode 0 in the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 for `cs_n` low, then 8 rising edges, MSB first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into `observed_mosi`.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Sampling MOSI on wrong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Using falling SCLK for Mode 0 capture.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Rising-edge samples in SpiMonitor.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Scoreboard mismatches even when `done` pulses.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Ignoring CS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Counting SCLK edges across multiple frames.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Reset bit index when `cs_n` deasserts and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new frame starts.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Bytes merge or split incorrectly.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the SPI UVM agent (transaction, sequence,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driver, monitor, scoreboard) and mode 0 monitori…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spi_uvm and interpret UVM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7: I²C protocol + RTL +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spi_uvm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Change the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Compare to UART UVM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the SPI UVM agent and how it maps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 (one byte, mode 0 monitoring).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spi_uvm and interpret UVM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7: I²C protocol + RTL +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Extend SPI verification to **UVM+SV** — SPI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(transaction, sequence, driver, monitor, scoreboa…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module6/CHECKLIST.md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module6/EXAMPLES.md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I²C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