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docs/MODULE2.md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module2/EXAMPLES.md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module2/examples/uvm_smoke/README.md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module2/examples/uvm_smoke/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Key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2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Design &amp; Verification Methodology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TB vs UVM: From “wiggle pins and check”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“transaction → sequence → driver/monitor → scorebo…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building blocks: Transaction (sequence item),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sequence, driver, monitor, scoreboard, agent, env…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Toolchain: UVM_HOME, include paths, Verilator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(`-sv`, `--timing`, `--trace`), and `make SIM=v…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completed (spec → RTL flow, spec_to_rtl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 run).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(5.036+)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GNU Make and C++ compiler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UVM: UVM_HOME set (must contain `src/uvm_pkg.sv`)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vendored UVM in the repo (see uvm_smoke Makefi…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basic testbench patterns (directed tests, pin wiggling), the evolution to a UVM+SV testbench (agents, sequences, drivers, monito…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2 builds on Module 1 (spec → RTL) by focusing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**how we verify**: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 1 — run `spec_to_rtl` and understand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 → RTL → directed check.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this module’s Design Architecture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sections before `uvm_smoke`.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UVM_HOME (or use vendored UVM under `tools/`)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see Command Reference.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`uvm_smoke` and trace one transaction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→ driver → DUT → monitor → scoreboard.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DUT and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simple_register.v: `enable`,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`d`, `q` — minimal storage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learning UVM data flow.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reg_if: virtual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bundling `clk`, `rst_n`,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`enable`, `d`, `q` for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component hierarchy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RegTransaction → one write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operation (data + enable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observed q).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RegSequence → stream of directed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RegDriver / RegMonitor → drive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pins / sample pins each cycle.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RegScoreboard → expected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vs observed.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component hierarchy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RegAgent, RegEnv, RegTest — standard UVM layering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used again in Modules 4, 6, 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Build and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compiles SV + UVM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C++; `+UVM_TESTNAME` selects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Phases: build → connect → 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(objections hold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sequence completes).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2: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2: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RegTransaction — UVM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Module 2: UVM smoke test (Verilator)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Purpose: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Provide a *self-contained* UVM test that compiles and runs 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- Demonstrate the core UVM structure used later for UART/SPI/I²C: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transaction → sequence → driver/monitor → scoreboard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*/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`include "uvm_macros.svh"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uvm_pkg::*;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`timescale 1ns/1ps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---------------------------------------------------------------------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--------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+ UVM_HOME compile RTL,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interface, and test_*.sv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phases: build → connect → run_test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(same pattern as Module 2)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→ driver → DUT → monitor → scoreboard (read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at end)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Typical command: make SIM=verilator TEST=test_*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module2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/ hooks connect monitor observations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DUT: dut/simple_register.v — tiny register (clk,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rst_n, enable, d, q).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Interface: reg_if — connects testbench to DUT.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Transaction: RegTransaction — data + enable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observed_q.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Sequence: RegSequence — produces 5 directed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 (0x00, 0x01, 0x55, 0xAA, 0xFF).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Driver: RegDriver — drives enable and d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transaction; waits for clock.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Monitor: RegMonitor — samples enable, d, q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cycle; writes transaction to scoreboard.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Scoreboard: RegScoreboard — compares expected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observed; reports matches/mismatches.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Test: RegTest — builds env, queues expected values,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starts sequence, objections.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Makefile — UVM + Verilator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Makefile for Module 2 UVM smoke test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Mirrors the style used in: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- tools/learn_uvm2017_sv_verilator/module3/tests/uvm_tests/Makefile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Usage: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  make SIM=verilator TEST=test_uvm_smoke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SIM ?= verilator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TEST ?= test_uvm_smoke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Prefer an externally-installed UVM, but fall back to the repo's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vendored UVM.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 ?= $(shell echo $$UVM_HOME)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From module2/examples/uvm_smoke, repo root is ../../..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UVM_HOME_FALLBACK := ../../../tools/uvm-2017/1800.2-2017-1.0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`module2/examples/uvm_smoke/dut/simple_register.v`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tiny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`module2/examples/uvm_smoke/test_uvm_smoke.sv`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transaction, agent,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`module2/examples/uvm_smoke/Makefile` — Verilator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Transaction-level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is a transaction (what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write), not raw pin wiggles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`initial` blocks.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monitor reconstructs what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happened on the bus;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compares to expected.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Directed regression in uvm_smoke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Fixed sequence: 0x00, 0x01,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0x55, 0xAA, 0xFF — repeatable,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easy to debug.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 criteria: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reports matches, zero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mismatches.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Skills you reuse on UART/SPI/I²C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agent pattern; only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and protocol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driver/monitor change.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UVM log lines: DRIVER,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MONITOR, SCOREBOARD, final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summary.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Basic Testbench (Directed Tests, Pin Wiggling)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test: Drive specific inputs (e.g., reset,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then a fixed sequence of data) and check expecte…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Pin wiggling: The testbench directly drives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samples DUT pins (clock, reset, data, enable) — no…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Relation to Module 1: The spec_to_rtl example used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C++ harness to drive clk/rst_n/enable and chec…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Evolution to UVM+SV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(`uvm_sequence_item`): Represents “one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operation” (e.g., one write to a register: data…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Sequence: Produces a stream of transactions (e.g.,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few directed values: 0x00, 0x01, 0x55, 0xAA, 0…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Driver: Gets transactions from the sequencer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drives the DUT interface (e.g., set enable and d 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Monitor: Observes the DUT interface and turns pin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activity into transactions, then sends them to th…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Scoreboard: Compares “expected” (what we sent)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“observed” (what the monitor saw). Reports matche…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Agent: Groups driver, monitor, and sequencer for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interface. Env: Contains agent(s) and scoreboa…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Toolchain (Verilator, UVM_HOME, Make)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Verilator: Compiles SystemVerilog (including UVM)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C++ into an executable. Key flags: `-sv`, `--ti…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UVM_HOME: Points to the UVM library root; the build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uses `$(UVM_HOME)/src/uvm_pkg.sv` and `+incdir+…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Make: One target to compile (Verilator + make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obj_dir), one to run (`./obj_dir/Vtest_uvm_smoke +…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Environment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Build and run uvm_smoke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cd module2/examples/uvm_smoke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script (from repo root)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./scripts/module2.sh --check # Environment + UVM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 dirs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2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--help</a:t>
            </a:r>
          </a:p>
        </p:txBody>
      </p:sp>
      <p:pic>
        <p:nvPicPr>
          <p:cNvPr id="4" name="Picture 3" descr="module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UVM smoke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transaction, sequence, driver, monitor,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on a tiny register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How objections start and end the test in `run_phase`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Interpreting DRIVER / MONITOR / SCOREBOARD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match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UVM smoke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module2/examples/uvm_smoke &amp;&amp; make SIM=verilator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TEST=test_uvm_smoke</a:t>
            </a:r>
          </a:p>
        </p:txBody>
      </p:sp>
      <p:pic>
        <p:nvPicPr>
          <p:cNvPr id="4" name="Picture 3" descr="ex01_uvm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Transaction-level TB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is a transaction (what to do), not raw pin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toggles in one big `initial` block.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converts transactions to pin activity;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converts pins back to transactions.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Scoreboard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queue vs observed values — same pattern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UART/SPI/I²C UVM modules.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Skipping monitor or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Only driving the DUT and eyeballing waves.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Monitor + scoreboard automate expected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observed.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Scales when you add dozens of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UVM_HOME not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Build fails with missing `uvm_pkg.sv`.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Export UVM_HOME or use vendored UVM under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`tools/`.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Compiler cannot find UVM includes.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basic testbench (directed tests, pin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wiggling) and how it evolves into UVM (transaction,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role of transaction, sequence, driver,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monitor, scoreboard, agent, env, and test in 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uvm_smoke example (make SIM=verilator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TEST=test_uvm_smoke)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the toolchain: Verilator, UVM_HOME, Make; know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why `-sv`, `--timing`, and include paths are nee…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 ready for Module 3: UART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(non-UVM)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uvm_smoke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the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basic TB vs UVM (transaction, 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driver, monitor, scoreboard).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the role of UVM_HOME, Verilator flags,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Make in building/running a UVM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uvm_smoke and interpret the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to move to Module 3 (UART protocol + RTL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basic testbench).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basic testbench patterns (directed tests,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pin wiggling), the evolution to a UVM+SV testb…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module2/CHECKLIST.md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module2/EXAMPLES.md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UART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